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2057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Gruesøme’s Arcade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arcade on Linea — web2-smooth gameplay with web3-locked economy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Weekly payouts • Multi-metric, game-type-aware leaderboards • PRO Avatar Gen1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Pitch v3.3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Most Web3 games feel like wallets with mini-games.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On-chain actions during gameplay add friction and break flow.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One-score-fits-all leaderboards are unfair across genres.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Economy-heavy games become pay-to-win without guardrails.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Arcade shell is the economy authority (Credits, PRO, promos, payouts).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Games run as iframes with run-grant gating (ArcadeBridge).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Server-authoritative run submissions + paid-only eligibility for payouts.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Multi-metric leaderboards so every genre can compete fairly.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ArcadeBridge: READY → REQUEST_RUN → RUN_GRANTED → RUN_RESULT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Wallet: buy Credits, activate PRO, claim daily + weekly payouts.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Leaderboard: per-game, per-period, per-metric boards (paid-only eligible view).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Avatar Studio: PRO membership NFT + locked Gen1 avatar image + nickname.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Game Library: plug in any HTML5/WebGL game with a small adapter.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+ In-game Economy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Credits (AC) are an off-chain unit anchored to $0.01 for UX.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Paid runs create payout eligibility; free/promo runs are “for fun”.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Economy-heavy games can spend Credits during gameplay (defense/RPG/idle).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Fairness guardrail: rankedSpendCapAC + tracking inRunSpendAC.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keep gameplay instant while economy stays enforceable.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Weekly Payouts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epoch (UTC midnight): net pot splits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55% Skill (rank-based, paid-only eligible)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35% Activity (paid Credits spent + active days)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10% PRO boost pool (PRO-only weighting)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Optional Lottery from Activity (configurable)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reserve: 15% of daily net pot rolls into a weekly pot (claimable weekly).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UX: countdowns + claim buttons (daily + weekly).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Payouts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Multi-metric, Game-type-aware Leaderboards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Each game declares its metrics in the catalog (defaultMetric + metrics[]).</a:t>
            </a:r>
          </a:p>
          <a:p>
            <a:r>
              <a:t>• Defense: waves / efficiency / inRunSpendAC (capped).</a:t>
            </a:r>
          </a:p>
          <a:p>
            <a:r>
              <a:t>• Racing: bestTimeMs (asc) + clean runs.</a:t>
            </a:r>
          </a:p>
          <a:p>
            <a:r>
              <a:t>• Puzzle: time + moves + streaks.</a:t>
            </a:r>
          </a:p>
          <a:p>
            <a:r>
              <a:t>• Equitable, not equal: payouts reward different kinds of mastery.</a:t>
            </a:r>
          </a:p>
          <a:p>
            <a:r>
              <a:t>• Metric library: 56 standardized metrics (appendix).</a:t>
            </a:r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Guardrails: clamp + direction + rankedSpendCapAC (prevents pay-to-win).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Avatar Gen1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Single NFT: membership + avatar (one per wallet).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Nickname at mint (public while active).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Launch as SBT; admin can later unlock transfers for Gen1 collectibles.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Prime: +10% payouts + tournaments; PRO Lifetime: limited-time window.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+ Transparency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Launch: Moonshot + leaderboard v2 + daily/weekly claims + PRO Gen1.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Next: Storm the House 2 remaster (defense economy profile).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Then: tournaments, seasonal ladders, cosmetic drops.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Admin transparency: admin wallet shows on boards but is payout-excluded.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Arcade stays cohesive: one economy, many genres, fair competition.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Leaderboard Metrics Library (1/2)</a:t>
            </a:r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1645920"/>
            <a:ext cx="48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accuracyBp — Accuracy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apm — Actions Per Minute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assists — Assists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attempts — Attempts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baseHpLeft — Base HP Left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bestLapMs — Best Lap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bossKills — Boss Kills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buildVariety — Build Variety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checkpointsCleared — Checkpoints Cleared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cleanRun — Clean Run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coinsCollected — Coins Collected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completionBp — Completion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damageDealt — Damage Dealt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damageTaken — Damage Taken (asc)</a:t>
            </a:r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200">
                <a:solidFill>
                  <a:srgbClr val="D7DEEE"/>
                </a:solidFill>
                <a:latin typeface="Inter"/>
              </a:defRPr>
            </a:pPr>
            <a:r>
              <a:t>Legend: desc = higher ranks better · asc = lower ranks better. Source: arcade-metrics-library.json</a:t>
            </a:r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6480" y="1645920"/>
            <a:ext cx="4829200" cy="43891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deaths — Deaths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difficultyTier — Difficulty Tier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distance — Distance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durationMs — Survival Time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efficiency — Efficiency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enemiesLeaked — Enemies Leaked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headshotBp — Headshot Rate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healingDone — Healing Done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hintsUsed — Hints Used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kills — Kills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laps — Laps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levelsCleared — Levels Cleared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maxCombo — Max Combo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mistakes — Mistakes (asc)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Leaderboard Metrics Library (2/2)</a:t>
            </a:r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1645920"/>
            <a:ext cx="48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moves — Moves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nearMissCount — Near Misses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noSpendRun — No-Spend Run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notesHit — Notes Hit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notesMissed — Notes Missed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objectiveCount — Objectives Completed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perfectClears — Perfect Clears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placement — Placement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precisionScore — Precision Score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purchasesInRun — Purchases In Run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resourcesCollected — Resources Collected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resourcesSpent — Resources Spent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revives — Revives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score — Score (desc)</a:t>
            </a:r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200">
                <a:solidFill>
                  <a:srgbClr val="D7DEEE"/>
                </a:solidFill>
                <a:latin typeface="Inter"/>
              </a:defRPr>
            </a:pPr>
            <a:r>
              <a:t>Legend: desc = higher ranks better · asc = lower ranks better. Source: arcade-metrics-library.json</a:t>
            </a:r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6480" y="1645920"/>
            <a:ext cx="4829200" cy="43891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secretsFound — Secrets Found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shotsFired — Shots Fired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shotsHit — Shots Hit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spendPerObjectiveAC — Spend Per Objective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spentInRunAC — Credits Spent In-Run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streak — Max Streak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timeMs — Completion Time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timingStdDevMs — Timing Std Dev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towersBuilt — Towers Built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towersSold — Towers Sold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trackResets — Resets (asc)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upgradesBought — Upgrades Bought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waves — Waves Survived (desc)</a:t>
            </a:r>
          </a:p>
          <a:p>
            <a:pPr>
              <a:defRPr sz="1019">
                <a:solidFill>
                  <a:srgbClr val="D7DEEE"/>
                </a:solidFill>
                <a:latin typeface="Inter"/>
              </a:defRPr>
            </a:pPr>
            <a:r>
              <a:t>win — Win (desc)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2026-01-05T01:00:19Z</dcterms:created>
  <dcterms:modified xsi:type="dcterms:W3CDTF">2026-01-05T01:00:19Z</dcterms:modified>
</cp:coreProperties>
</file>