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Gruesøme’s Arcade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arcade on Linea — web2-smooth gameplay with web3-locked economy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+ Weekly payouts • Multi-metric, game-type-aware leaderboards • PRO Avatar Gen1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v3.2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Most Web3 games feel like wallets with mini-games.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On-chain actions during gameplay add friction and break flow.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One-score-fits-all leaderboards are unfair across genres.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Economy-heavy games become pay-to-win without guardrails.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Arcade shell is the economy authority (Credits, PRO, promos, payouts).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Games run as iframes with run-grant gating (ArcadeBridge).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Server-authoritative run submissions + paid-only eligibility for payouts.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Multi-metric leaderboards so every genre can compete fairly.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ArcadeBridge: READY → REQUEST_RUN → RUN_GRANTED → RUN_RESULT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Wallet: buy Credits, activate PRO, claim daily + weekly payouts.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Leaderboard: per-game, per-period, per-metric boards (paid-only eligible view).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Avatar Studio: PRO membership NFT + locked Gen1 avatar image + nickname.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Game Library: plug in any HTML5/WebGL game with a small adapter.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 + In-game Economy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Credits (AC) are an off-chain unit anchored to $0.01 for UX.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Paid runs create payout eligibility; free/promo runs are “for fun”.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Economy-heavy games can spend Credits during gameplay (defense/RPG/idle).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Fairness guardrail: rankedSpendCapAC + tracking inRunSpendAC.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keep gameplay instant while economy stays enforceable.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+ Weekly Payouts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epoch (UTC midnight): net pot splits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55% Skill (rank-based, paid-only eligible)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35% Activity (paid Credits spent + active days)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10% PRO boost pool (PRO-only weighting)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Optional Lottery from Activity (configurable)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reserve: 15% of daily net pot rolls into a weekly pot (claimable weekly).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UX: countdowns + claim buttons (daily + weekly).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Payouts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Multi-metric, Game-type-aware Leaderboards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Each game declares its metrics in the catalog (defaultMetric + metrics[]).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Defense: waves / efficiency / inRunSpendAC (capped).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Racing: bestTimeMs (asc) + clean runs.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Puzzle: time + moves + streaks.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Equitable, not equal: payouts reward different kinds of mastery.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Guardrails: clamp + direction + rankedSpendCapAC (prevents pay-to-win).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Leaderboards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Avatar Gen1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Single NFT: membership + avatar (one per wallet).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Nickname at mint (public while active).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Launch as SBT; admin can later unlock transfers for Gen1 collectibles.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 Prime: +10% payouts + tournaments; PRO Lifetime: limited-time window.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 w="12700">
            <a:solidFill>
              <a:srgbClr val="0507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389120" cy="43891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1280160"/>
            <a:ext cx="4389120" cy="438912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1365992" cy="580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B233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+ Transparency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835640" cy="4846320"/>
          </a:xfrm>
          <a:prstGeom prst="round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2A345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Launch: Moonshot + leaderboard v2 + daily/weekly claims + PRO Gen1.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Next: Storm the House 2 remaster (defense economy profile).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Then: tournaments, seasonal ladders, cosmetic drops.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Admin transparency: admin wallet shows on boards but is payout-excluded.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Arcade stays cohesive: one economy, many genres, fair competition.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gruesøme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2026-01-05T01:00:19Z</dcterms:created>
  <dcterms:modified xsi:type="dcterms:W3CDTF">2026-01-05T01:00:19Z</dcterms:modified>
</cp:coreProperties>
</file>